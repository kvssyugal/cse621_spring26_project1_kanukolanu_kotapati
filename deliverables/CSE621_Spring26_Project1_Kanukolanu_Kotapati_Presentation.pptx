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6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vssyugal/CSE621_Spring26_Project1_Kanukolanu_Kotapat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rdmaillouisville-my.sharepoint.com/:v:/g/personal/v0kanu01_louisville_edu/IQBDkEe5-1JQTaP4AC8hyOeNATUmFzNWsy1ZlTbEHhkMwfk?e=pcEDq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of Movie Reviews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1100023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Yugal Kanukolanu  •  Varshika Kotapati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Feb 19,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11000232" cy="1874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Links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(GitHub): 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https://github.com/kvssyugal/CSE621_Spring26_Project1_Kanukolanu_Kotapati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19"/>
            <a:ext cx="10449560" cy="36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Video (Public/Unlisted): </a:t>
            </a:r>
            <a:r>
              <a:rPr sz="1200" dirty="0">
                <a:hlinkClick r:id="rId4"/>
              </a:rPr>
              <a:t>https://</a:t>
            </a:r>
            <a:r>
              <a:rPr sz="1200" dirty="0" err="1">
                <a:hlinkClick r:id="rId4"/>
              </a:rPr>
              <a:t>cardmaillouisville-my.sharepoint.com</a:t>
            </a:r>
            <a:r>
              <a:rPr sz="1200" dirty="0">
                <a:hlinkClick r:id="rId4"/>
              </a:rPr>
              <a:t>/:v:/g/personal/v0kanu01_louisville_edu/IQBDkEe5-1JQTaP4AC8hyOeNATUmFzNWsy1ZlTbEHhkMwfk?e=</a:t>
            </a:r>
            <a:r>
              <a:rPr sz="1200" dirty="0" err="1">
                <a:hlinkClick r:id="rId4"/>
              </a:rPr>
              <a:t>pcEDqe</a:t>
            </a:r>
            <a:endParaRPr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report (PDF) + slides + code repo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5806440"/>
            <a:ext cx="2057400" cy="347472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E9F0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" y="5870448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5806440"/>
            <a:ext cx="2057400" cy="347472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E9F0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944368" y="5870448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50k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5806440"/>
            <a:ext cx="2057400" cy="347472"/>
          </a:xfrm>
          <a:prstGeom prst="roundRect">
            <a:avLst/>
          </a:prstGeom>
          <a:solidFill>
            <a:srgbClr val="E9F0FF"/>
          </a:solidFill>
          <a:ln w="12700">
            <a:solidFill>
              <a:srgbClr val="E9F0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84648" y="5870448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TF‑IDF + SVM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1155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predict review sentiment (Positive vs. Negative).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Dataset: IMDb movie reviews (50,000 total, balanced).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Split: 25,000 train + 25,000 test (provided split).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metrics: Accuracy and Weighted F1.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5029200"/>
            <a:ext cx="11000232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10771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models are used for product reviews, customer feedback, and social media monitoring.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 is a simple, reliable baseline with measurable improvements.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(Pipeline)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2578608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709928"/>
            <a:ext cx="173736" cy="329184"/>
          </a:xfrm>
          <a:prstGeom prst="rightArrow">
            <a:avLst/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01568" y="1417320"/>
            <a:ext cx="2578608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84448" y="15270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1828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7608" y="1709928"/>
            <a:ext cx="173736" cy="329184"/>
          </a:xfrm>
          <a:prstGeom prst="rightArrow">
            <a:avLst/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08776" y="1417320"/>
            <a:ext cx="2578608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91656" y="15270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TF‑IDF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5936" y="1828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vectors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(uni/bi)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14816" y="1709928"/>
            <a:ext cx="173736" cy="329184"/>
          </a:xfrm>
          <a:prstGeom prst="rightArrow">
            <a:avLst/>
          </a:prstGeom>
          <a:solidFill>
            <a:srgbClr val="DDE7FF"/>
          </a:solidFill>
          <a:ln w="12700">
            <a:solidFill>
              <a:srgbClr val="DDE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015984" y="1417320"/>
            <a:ext cx="2578608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98864" y="1527048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53144" y="1828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/ SVM / SGD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Stacking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1115568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Preprocessing compared: (1) baseline unigrams, (2) stopword removal, (3) unigrams + bigrams.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selection compared: none vs. Chi‑square (k=10k) vs. Mutual Information (k=10k).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compared: Multinomial Naive Bayes, LinearSVC (linear SVM), and SGDClassifier.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step: stacking ensemble to combine strong base models.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11556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ran a controlled comparison across preprocessing × feature selection × model combinations.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Hyperparameters selected using cross‑validation on the training split.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results reported on the held‑out test split (25k reviews).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metric: Weighted F1 (also report Accuracy).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11000232" cy="2057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the video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10771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dataset counts, then show best_single.json and ensemble.json.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the reported metrics come from a real run (not hand‑typed).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(Test Set)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80644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 (C = 1.0)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Preprocess: stopwords + unigrams+bigrams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none (FS_none)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0.9068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0.9068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20840" y="100584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(stacking)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4873752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49440" y="1508760"/>
            <a:ext cx="4645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StackingClassifier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1920240"/>
            <a:ext cx="4645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models: NB + LinearSVC + SGD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Logistic Regression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514600"/>
            <a:ext cx="4645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0.9118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0.9118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100023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771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Bigrams helped capture short sentiment phrases (e.g., “not good”).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LinearSVC is strong on sparse TF‑IDF features.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improved Weighted F1 by ~0.005 over the best single model.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(High-level)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1155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errors come from ambiguous / mixed reviews (both praise and criticism).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reviews rely on context or sarcasm that TF‑IDF cannot fully capture.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steps: inspect misclassified examples; try contextual embeddings (e.g., BERT) for richer semantics.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4480560"/>
            <a:ext cx="11000232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demo idea (for the 10‑minute video)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56048"/>
            <a:ext cx="10771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best_single.json and ensemble.json (metrics) + confusion_ensemble.csv (optional).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presentation feel hands‑on and authentic.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6601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CSE621 • Spring 2026 • Project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20272" y="66019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11556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single: LinearSVC with stopwords + unigrams+bigrams (Acc/F1 = 0.9068).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overall: Stacking ensemble (Acc/F1 = 0.9118).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code + deliverables are in the GitHub repository; report page 1 contains both links.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892040"/>
            <a:ext cx="11000232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https://github.com/kvssyugal/CSE621_Spring26_Project1_Kanukolanu_Kotapati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771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709</Words>
  <Application>Microsoft Macintosh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Kanukolanu, Yugal</cp:lastModifiedBy>
  <cp:revision>3</cp:revision>
  <dcterms:created xsi:type="dcterms:W3CDTF">2026-02-20T00:23:27Z</dcterms:created>
  <dcterms:modified xsi:type="dcterms:W3CDTF">2026-02-20T01:48:26Z</dcterms:modified>
</cp:coreProperties>
</file>